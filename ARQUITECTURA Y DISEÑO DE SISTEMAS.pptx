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261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48C193-0B75-420A-A5BF-AF25879444FA}" type="datetimeFigureOut">
              <a:rPr lang="es-ES" smtClean="0"/>
              <a:t>29/06/2018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DD4539-234A-401F-BC17-CC010A44D0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09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BFF9987-A274-4813-AE3D-DE4B68A44704}" type="datetime1">
              <a:rPr lang="en-US" smtClean="0"/>
              <a:t>6/29/2018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/>
              <a:t>Hernán Pocchiola - Joaquín Labrisca - 1er Cuatrimestre 2018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08E76-4EEA-41F7-B2C2-F3570781BF72}" type="datetime1">
              <a:rPr lang="en-US" smtClean="0"/>
              <a:t>6/29/2018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Hernán Pocchiola - Joaquín Labrisca - 1er Cuatrimestre 2018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C98E1F1-B30A-47D4-967E-90B388D4DC27}" type="datetime1">
              <a:rPr lang="en-US" smtClean="0"/>
              <a:t>6/29/2018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/>
              <a:t>Hernán Pocchiola - Joaquín Labrisca - 1er Cuatrimestre 2018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2526F-F9A3-441C-9B61-6CCE62198944}" type="datetime1">
              <a:rPr lang="en-US" smtClean="0"/>
              <a:t>6/29/2018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Hernán Pocchiola - Joaquín Labrisca - 1er Cuatrimestre 2018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24435-25D1-4B5A-8158-4F999D4CB033}" type="datetime1">
              <a:rPr lang="en-US" smtClean="0"/>
              <a:t>6/29/2018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Hernán Pocchiola - Joaquín Labrisca - 1er Cuatrimestre 2018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261AC-1B17-463D-9802-0AAB38D987F6}" type="datetime1">
              <a:rPr lang="en-US" smtClean="0"/>
              <a:t>6/29/2018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Hernán Pocchiola - Joaquín Labrisca - 1er Cuatrimestre 2018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7FCB7-3356-4506-B5FF-96FA8EB21B29}" type="datetime1">
              <a:rPr lang="en-US" smtClean="0"/>
              <a:t>6/29/2018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Hernán Pocchiola - Joaquín Labrisca - 1er Cuatrimestre 2018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F1063A6-116C-4615-B3C6-122025191D65}" type="datetime1">
              <a:rPr lang="en-US" smtClean="0"/>
              <a:t>6/29/2018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/>
              <a:t>Hernán Pocchiola - Joaquín Labrisca - 1er Cuatrimestre 2018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BC123-D181-4463-B597-3A0B37DA29C5}" type="datetime1">
              <a:rPr lang="en-US" smtClean="0"/>
              <a:t>6/29/2018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Hernán Pocchiola - Joaquín Labrisca - 1er Cuatrimestre 2018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90AEF-785F-4311-B8CC-10907B5A822B}" type="datetime1">
              <a:rPr lang="en-US" smtClean="0"/>
              <a:t>6/29/2018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Hernán Pocchiola - Joaquín Labrisca - 1er Cuatrimestre 2018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7460872-22E2-4154-AF96-59A3DA91675D}" type="datetime1">
              <a:rPr lang="en-US" smtClean="0"/>
              <a:t>6/29/2018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r>
              <a:rPr lang="es-ES"/>
              <a:t>Hernán Pocchiola - Joaquín Labrisca - 1er Cuatrimestre 2018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99437F4-B73C-47BB-9DFE-A2F91AEC76C8}" type="datetime1">
              <a:rPr lang="en-US" smtClean="0"/>
              <a:t>6/29/2018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r>
              <a:rPr lang="es-ES"/>
              <a:t>Hernán Pocchiola - Joaquín Labrisca - 1er Cuatrimestre 2018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2985B6-EDDB-47A9-BA35-9B083B89DC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ARQUITECTURA Y DISEÑO DE SISTEMAS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98CF361-21FE-4642-863B-3ACA8260E6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Proyecto de cursado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3CE8A5B-E5B7-419A-921E-6D468A97A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Hernán Pocchiola - Joaquín Labrisca - 1er Cuatrimestre 2018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0980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262942-059F-4EC1-8979-3E72D01B8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introducción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F0386A-6B37-40B7-9081-C788E0A48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s-ES" sz="2400" dirty="0"/>
              <a:t>¿De qué se trata el proyecto?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sz="2400" dirty="0"/>
              <a:t>API: </a:t>
            </a:r>
            <a:r>
              <a:rPr lang="es-ES" sz="2400" dirty="0" err="1"/>
              <a:t>BigHugeWordsLib</a:t>
            </a:r>
            <a:endParaRPr lang="es-ES" sz="2400" dirty="0"/>
          </a:p>
          <a:p>
            <a:pPr>
              <a:buFont typeface="Wingdings" panose="05000000000000000000" pitchFamily="2" charset="2"/>
              <a:buChar char="Ø"/>
            </a:pPr>
            <a:endParaRPr lang="es-ES" dirty="0"/>
          </a:p>
          <a:p>
            <a:pPr>
              <a:buFont typeface="Wingdings" panose="05000000000000000000" pitchFamily="2" charset="2"/>
              <a:buChar char="Ø"/>
            </a:pPr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89ACB42-E999-4AAF-9030-6B84651C5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Hernán Pocchiola - Joaquín </a:t>
            </a:r>
            <a:r>
              <a:rPr lang="es-ES" dirty="0" err="1"/>
              <a:t>Labrisca</a:t>
            </a:r>
            <a:r>
              <a:rPr lang="es-ES" dirty="0"/>
              <a:t> - 1er Cuatrimestre 2018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1675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7EECAB-32FD-45CE-A679-0929D9CD3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Tecnologías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C974DF-07D6-4064-8D15-F69A88F95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Plataforma: Java</a:t>
            </a:r>
          </a:p>
          <a:p>
            <a:r>
              <a:rPr lang="es-ES" dirty="0"/>
              <a:t>IDE: IntelliJ IDEA</a:t>
            </a:r>
          </a:p>
          <a:p>
            <a:r>
              <a:rPr lang="es-ES" dirty="0"/>
              <a:t>Gestión de Repositorio: </a:t>
            </a:r>
            <a:r>
              <a:rPr lang="es-ES" dirty="0" err="1"/>
              <a:t>SourceTree</a:t>
            </a:r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8AE74E6-2DAA-4246-B3A6-4A75B38FD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Hernán Pocchiola - Joaquín Labrisca - 1er Cuatrimestre 2018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874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469FD0-8BBF-4C6B-83CB-54510FFD9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Principios que guiaron el desarrollo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D872A3F-3D42-49A2-8D8D-44CBC86E7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Hernán Pocchiola - Joaquín </a:t>
            </a:r>
            <a:r>
              <a:rPr lang="es-ES" dirty="0" err="1"/>
              <a:t>Labrisca</a:t>
            </a:r>
            <a:r>
              <a:rPr lang="es-ES" dirty="0"/>
              <a:t> - 1er Cuatrimestre 2018</a:t>
            </a:r>
            <a:endParaRPr lang="en-US" dirty="0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B916835-163D-410C-9B04-8ABD66F8E341}"/>
              </a:ext>
            </a:extLst>
          </p:cNvPr>
          <p:cNvSpPr/>
          <p:nvPr/>
        </p:nvSpPr>
        <p:spPr>
          <a:xfrm>
            <a:off x="5286796" y="3429000"/>
            <a:ext cx="1445777" cy="12138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Nuestro Sistema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5038691-CE3E-4B12-9DC2-C4311075CE0F}"/>
              </a:ext>
            </a:extLst>
          </p:cNvPr>
          <p:cNvSpPr/>
          <p:nvPr/>
        </p:nvSpPr>
        <p:spPr>
          <a:xfrm>
            <a:off x="8152202" y="4470970"/>
            <a:ext cx="1509687" cy="8778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Inyección de Dependencias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F8C9D0F4-0F55-4A8D-ABDA-0EF8ECC26A9F}"/>
              </a:ext>
            </a:extLst>
          </p:cNvPr>
          <p:cNvSpPr/>
          <p:nvPr/>
        </p:nvSpPr>
        <p:spPr>
          <a:xfrm>
            <a:off x="8465618" y="2553037"/>
            <a:ext cx="1154464" cy="9589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Clean</a:t>
            </a:r>
            <a:r>
              <a:rPr lang="es-ES" dirty="0"/>
              <a:t> </a:t>
            </a:r>
            <a:r>
              <a:rPr lang="es-ES" dirty="0" err="1"/>
              <a:t>Code</a:t>
            </a:r>
            <a:endParaRPr lang="es-ES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439F3AE-4BB7-4BFF-8D1B-1E0591A5BE42}"/>
              </a:ext>
            </a:extLst>
          </p:cNvPr>
          <p:cNvSpPr/>
          <p:nvPr/>
        </p:nvSpPr>
        <p:spPr>
          <a:xfrm>
            <a:off x="2622645" y="4349023"/>
            <a:ext cx="1154464" cy="9589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Principios SOLID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AC3DA8E-088F-43A5-8A60-8F4CD4246019}"/>
              </a:ext>
            </a:extLst>
          </p:cNvPr>
          <p:cNvSpPr/>
          <p:nvPr/>
        </p:nvSpPr>
        <p:spPr>
          <a:xfrm>
            <a:off x="2399288" y="2553037"/>
            <a:ext cx="1154464" cy="9589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Patrón MVC</a:t>
            </a:r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DB14E201-0873-4E94-AAED-6A94C1479711}"/>
              </a:ext>
            </a:extLst>
          </p:cNvPr>
          <p:cNvCxnSpPr>
            <a:cxnSpLocks/>
            <a:stCxn id="8" idx="1"/>
            <a:endCxn id="17" idx="3"/>
          </p:cNvCxnSpPr>
          <p:nvPr/>
        </p:nvCxnSpPr>
        <p:spPr>
          <a:xfrm flipH="1" flipV="1">
            <a:off x="3553752" y="3032490"/>
            <a:ext cx="1944773" cy="574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F7BB3B51-3B90-49C3-BFD5-7E7D38317BD2}"/>
              </a:ext>
            </a:extLst>
          </p:cNvPr>
          <p:cNvCxnSpPr>
            <a:cxnSpLocks/>
            <a:stCxn id="8" idx="7"/>
            <a:endCxn id="15" idx="1"/>
          </p:cNvCxnSpPr>
          <p:nvPr/>
        </p:nvCxnSpPr>
        <p:spPr>
          <a:xfrm flipV="1">
            <a:off x="6520844" y="3032490"/>
            <a:ext cx="1944774" cy="574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A0F2C065-6D7B-48E9-8D90-B970A48CBAEE}"/>
              </a:ext>
            </a:extLst>
          </p:cNvPr>
          <p:cNvCxnSpPr>
            <a:cxnSpLocks/>
            <a:stCxn id="8" idx="5"/>
            <a:endCxn id="14" idx="1"/>
          </p:cNvCxnSpPr>
          <p:nvPr/>
        </p:nvCxnSpPr>
        <p:spPr>
          <a:xfrm>
            <a:off x="6520844" y="4465047"/>
            <a:ext cx="1631358" cy="444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07D62C06-9D63-4000-B86E-1E68944F842E}"/>
              </a:ext>
            </a:extLst>
          </p:cNvPr>
          <p:cNvCxnSpPr>
            <a:cxnSpLocks/>
            <a:stCxn id="8" idx="3"/>
            <a:endCxn id="16" idx="3"/>
          </p:cNvCxnSpPr>
          <p:nvPr/>
        </p:nvCxnSpPr>
        <p:spPr>
          <a:xfrm flipH="1">
            <a:off x="3777109" y="4465047"/>
            <a:ext cx="1721416" cy="3634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7175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53DCDF-5E72-49E6-A2BD-D69C23636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Ventajas y desventajas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0060D8-BCF3-4402-B624-B5759971E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sz="3200" dirty="0"/>
              <a:t>Ventajas:</a:t>
            </a:r>
          </a:p>
          <a:p>
            <a:pPr lvl="1"/>
            <a:r>
              <a:rPr lang="es-ES" sz="1800" dirty="0"/>
              <a:t>Favorecer la modularidad y reutilización de código</a:t>
            </a:r>
          </a:p>
          <a:p>
            <a:pPr lvl="1"/>
            <a:r>
              <a:rPr lang="es-ES" sz="1800" dirty="0"/>
              <a:t>Facilitar la modificabilidad y testeabilidad del código</a:t>
            </a:r>
          </a:p>
          <a:p>
            <a:pPr lvl="1"/>
            <a:r>
              <a:rPr lang="es-ES" sz="1800" dirty="0"/>
              <a:t>Reducir el acoplamiento entre los módulos</a:t>
            </a:r>
          </a:p>
          <a:p>
            <a:pPr lvl="1"/>
            <a:endParaRPr lang="es-ES" sz="1800" dirty="0"/>
          </a:p>
          <a:p>
            <a:r>
              <a:rPr lang="es-ES" sz="3200" dirty="0"/>
              <a:t>Desventajas:</a:t>
            </a:r>
          </a:p>
          <a:p>
            <a:pPr lvl="1"/>
            <a:r>
              <a:rPr lang="es-ES" sz="1800" dirty="0"/>
              <a:t>Mayor inversión inicial de tiempo, esfuerzo y dinero.</a:t>
            </a:r>
          </a:p>
          <a:p>
            <a:pPr lvl="1"/>
            <a:r>
              <a:rPr lang="es-ES" sz="1800" dirty="0"/>
              <a:t>Puede dificultarse la comprensión del modelo de desarrollo.</a:t>
            </a:r>
          </a:p>
          <a:p>
            <a:pPr lvl="1"/>
            <a:endParaRPr lang="es-ES" sz="1800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4D628B1-55F3-4C29-A412-D91C86B65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Hernán Pocchiola - Joaquín Labrisca - 1er Cuatrimestre 2018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119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945C44-4586-4989-B334-1C7E9BCF5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Primera entrega: </a:t>
            </a:r>
            <a:r>
              <a:rPr lang="es-ES" dirty="0" err="1"/>
              <a:t>refactor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98BADF-EE22-4E6C-8268-8F8DAD9DA2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Análisis la funcionalidad del código dado</a:t>
            </a:r>
          </a:p>
          <a:p>
            <a:r>
              <a:rPr lang="es-ES" dirty="0"/>
              <a:t>Estructuración del código de forma tal que respete el patrón MVC</a:t>
            </a:r>
          </a:p>
          <a:p>
            <a:r>
              <a:rPr lang="es-ES" dirty="0"/>
              <a:t>Cumplimiento de los principios SOLID, particularmente el principio de responsabilidad única</a:t>
            </a:r>
          </a:p>
          <a:p>
            <a:r>
              <a:rPr lang="es-ES" dirty="0"/>
              <a:t>Confección de un diagrama de clases que represente el modelo del sistema luego del </a:t>
            </a:r>
            <a:r>
              <a:rPr lang="es-ES" dirty="0" err="1"/>
              <a:t>refactor</a:t>
            </a:r>
            <a:r>
              <a:rPr lang="es-ES" dirty="0"/>
              <a:t>.</a:t>
            </a:r>
          </a:p>
          <a:p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C7B92D1-A098-4B43-88C2-AF163B484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Hernán Pocchiola - Joaquín Labrisca - 1er Cuatrimestre 2018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4259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A6502A-964E-4A28-8560-B91E9EA19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Segunda entrega: Cambios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FBCB33-8CBD-43DC-B7CC-442B206E3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Manejo de errores, considerando como mostrarlos apropiadamente en pantalla</a:t>
            </a:r>
          </a:p>
          <a:p>
            <a:r>
              <a:rPr lang="es-ES" dirty="0"/>
              <a:t>Creación de una clase que abstraiga el concepto del termino buscado y el resultado obtenido, y que permita incluir la fuente de la cual se obtuvo dicho resultado.</a:t>
            </a:r>
          </a:p>
          <a:p>
            <a:r>
              <a:rPr lang="es-ES" dirty="0"/>
              <a:t>Extracción de los módulos que manejaban la comunicación con el servicio externo a una nuevo módulo librería.</a:t>
            </a:r>
          </a:p>
          <a:p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0D165D7-8452-4551-9F13-57A943394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Hernán Pocchiola - Joaquín Labrisca - 1er Cuatrimestre 2018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358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2456E7-3383-4EC8-B7A8-7A22FB4B0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Tercera entrega: Documentación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D1CEA19-32BE-40BD-B27B-1978EF353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Construcción de diagramas para representar las distintas vistas del sistema: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ES" dirty="0"/>
              <a:t>Vista de contexto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ES" dirty="0"/>
              <a:t>Vista de descomposición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ES" dirty="0"/>
              <a:t>Vista de usos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ES" dirty="0"/>
              <a:t>Vista de asignación</a:t>
            </a:r>
          </a:p>
          <a:p>
            <a:r>
              <a:rPr lang="es-ES" dirty="0"/>
              <a:t>Creación de un nuevo repositorio para hospedar el módulo librería creado en la entrega anterior.</a:t>
            </a:r>
          </a:p>
          <a:p>
            <a:r>
              <a:rPr lang="es-ES" dirty="0"/>
              <a:t>Escritura de un </a:t>
            </a:r>
            <a:r>
              <a:rPr lang="es-ES" dirty="0" err="1"/>
              <a:t>readme</a:t>
            </a:r>
            <a:r>
              <a:rPr lang="es-ES" dirty="0"/>
              <a:t> para explicar como utilizar el modulo librería.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C3F4F62-4FC3-4809-A038-9DC88FC10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Hernán Pocchiola - Joaquín Labrisca - 1er Cuatrimestre 2018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3189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6776ED-20D9-41A3-9924-36A4F741F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Cuarta entrega: Integración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F624DE-FB7E-4AFB-8549-B84642D865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Integración de los servicios externos asignados:</a:t>
            </a:r>
          </a:p>
          <a:p>
            <a:pPr lvl="1"/>
            <a:r>
              <a:rPr lang="es-ES" dirty="0" err="1"/>
              <a:t>WikipediaService</a:t>
            </a:r>
            <a:endParaRPr lang="es-ES" dirty="0"/>
          </a:p>
          <a:p>
            <a:pPr lvl="1"/>
            <a:r>
              <a:rPr lang="es-ES" dirty="0" err="1"/>
              <a:t>YandexService</a:t>
            </a:r>
            <a:endParaRPr lang="es-ES" dirty="0"/>
          </a:p>
          <a:p>
            <a:r>
              <a:rPr lang="es-ES" dirty="0"/>
              <a:t>Actualización de los diagramas de las vistas, y de la documentación.</a:t>
            </a:r>
          </a:p>
          <a:p>
            <a:r>
              <a:rPr lang="es-ES" dirty="0"/>
              <a:t>Eliminación del diagrama de clases. ¿Por qué?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011E856-95FC-4869-B85E-0D593BC85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Hernán Pocchiola - Joaquín Labrisca - 1er Cuatrimestre 2018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017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BF2B40-5E2B-487A-8EFB-BEBF77A6D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Diagramas de vistas finales: Contexto</a:t>
            </a: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B2247AE0-A94C-482C-9CFF-D961C750CE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28975" y="2539206"/>
            <a:ext cx="5734050" cy="2962275"/>
          </a:xfrm>
        </p:spPr>
      </p:pic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E492533-F9B0-4BEC-8071-D1EDD3992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Hernán Pocchiola - Joaquín Labrisca - 1er Cuatrimestre 2018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8519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5988C6-AB9A-4CF3-9207-C08E84FAF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Diagramas de vistas finales: Descomposición/USOS</a:t>
            </a: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FA73F8E2-054A-4988-B9F5-8A93D413DC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62400" y="2181225"/>
            <a:ext cx="5867200" cy="3678238"/>
          </a:xfrm>
        </p:spPr>
      </p:pic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EEED1BF-5889-4ACD-8361-646F2C34D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Hernán Pocchiola - Joaquín Labrisca - 1er Cuatrimestre 2018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232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98CB4A-C145-446D-BAD8-ABB1C9AC9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Diagramas de vistas finales: Asignación</a:t>
            </a: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E8150598-A3FC-444C-AFB3-2F913805EB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63685" y="2181225"/>
            <a:ext cx="7264629" cy="3678238"/>
          </a:xfrm>
        </p:spPr>
      </p:pic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C0C7973-DFDD-457B-81C1-FCD9165F5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Hernán Pocchiola - Joaquín Labrisca - 1er Cuatrimestre 2018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6024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7A3BA4-48C8-4DEF-9F0E-D50E72AB4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Problemas enfrentados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F65547-10FE-4E86-9079-FA05A0A888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En el inicio, costó adaptarse a la forma de estructurar el código de manera tal que respete los enunciados del patrón MVC</a:t>
            </a:r>
          </a:p>
          <a:p>
            <a:r>
              <a:rPr lang="es-ES" dirty="0"/>
              <a:t>¿Cómo resolver adecuadamente la conexión con los servicios externos?</a:t>
            </a:r>
          </a:p>
          <a:p>
            <a:r>
              <a:rPr lang="es-ES" dirty="0"/>
              <a:t>¿Cómo manejar las diversas excepciones lanzadas por los servicios externos de forma transparente?</a:t>
            </a:r>
          </a:p>
          <a:p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50CDD8D-549C-4E2C-8740-EADF5234B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Hernán Pocchiola - Joaquín Labrisca - 1er Cuatrimestre 2018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47995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888491-BC68-4361-9312-2FBEA54A6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Para finalizar…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E566621-9CE1-473A-A4A4-CA31E7D21F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9600" dirty="0"/>
              <a:t>¿Preguntas?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D89447B-2025-4072-9D16-48F5CFA57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Hernán Pocchiola - Joaquín Labrisca - 1er Cuatrimestre 2018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057587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TM03457464[[fn=Dividendo]]</Template>
  <TotalTime>78</TotalTime>
  <Words>500</Words>
  <Application>Microsoft Office PowerPoint</Application>
  <PresentationFormat>Panorámica</PresentationFormat>
  <Paragraphs>71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Arial</vt:lpstr>
      <vt:lpstr>Calibri</vt:lpstr>
      <vt:lpstr>Gill Sans MT</vt:lpstr>
      <vt:lpstr>Wingdings</vt:lpstr>
      <vt:lpstr>Wingdings 2</vt:lpstr>
      <vt:lpstr>Dividendo</vt:lpstr>
      <vt:lpstr>ARQUITECTURA Y DISEÑO DE SISTEMAS</vt:lpstr>
      <vt:lpstr>introducción</vt:lpstr>
      <vt:lpstr>Tecnologías</vt:lpstr>
      <vt:lpstr>Principios que guiaron el desarrollo</vt:lpstr>
      <vt:lpstr>Ventajas y desventajas</vt:lpstr>
      <vt:lpstr>Primera entrega: refactor</vt:lpstr>
      <vt:lpstr>Segunda entrega: Cambios</vt:lpstr>
      <vt:lpstr>Tercera entrega: Documentación</vt:lpstr>
      <vt:lpstr>Cuarta entrega: Integración</vt:lpstr>
      <vt:lpstr>Diagramas de vistas finales: Contexto</vt:lpstr>
      <vt:lpstr>Diagramas de vistas finales: Descomposición/USOS</vt:lpstr>
      <vt:lpstr>Diagramas de vistas finales: Asignación</vt:lpstr>
      <vt:lpstr>Problemas enfrentados</vt:lpstr>
      <vt:lpstr>Para finalizar…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ARQUITECTURA Y DISEÑO DE SISTEMAS</dc:title>
  <dc:creator>Hernán Pocchiola</dc:creator>
  <cp:lastModifiedBy>Hernán Pocchiola</cp:lastModifiedBy>
  <cp:revision>7</cp:revision>
  <dcterms:created xsi:type="dcterms:W3CDTF">2018-06-29T19:22:52Z</dcterms:created>
  <dcterms:modified xsi:type="dcterms:W3CDTF">2018-06-29T20:41:40Z</dcterms:modified>
</cp:coreProperties>
</file>